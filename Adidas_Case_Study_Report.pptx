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50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6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414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0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30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56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8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08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8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3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973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987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95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385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599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499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61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9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Adidas Case Study – 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sales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Product Category Sales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Men’s Street Footwear leads total sales.</a:t>
            </a:r>
          </a:p>
          <a:p>
            <a:r>
              <a:t>Men's product categories outperform women's.</a:t>
            </a:r>
          </a:p>
          <a:p>
            <a:r>
              <a:t>Focus on high-performing male products for better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Sales peak in July, dip in October, and rise again in December.</a:t>
            </a:r>
          </a:p>
          <a:p>
            <a:r>
              <a:t>Actionable Insight: Strengthen marketing during low-sales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Charleston and New York top profit contributors.</a:t>
            </a:r>
          </a:p>
          <a:p>
            <a:r>
              <a:t>Top cities contribute ~76% of total profits.</a:t>
            </a:r>
          </a:p>
          <a:p>
            <a:r>
              <a:t>Expand operations in high-profit cities.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Effective Sales Methods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In-store sales are most effective, followed by Outlet.</a:t>
            </a:r>
          </a:p>
          <a:p>
            <a:r>
              <a:t>Online sales are lowest.</a:t>
            </a:r>
          </a:p>
          <a:p>
            <a:r>
              <a:t>Recommendation: Enhance digital sales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Units Sold by Gender &amp;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Men’s categories lead in volume.</a:t>
            </a:r>
          </a:p>
          <a:p>
            <a:r>
              <a:t>Women’s category is balanced but slightly lower.</a:t>
            </a:r>
          </a:p>
          <a:p>
            <a:r>
              <a:t>Boost marketing for women's products.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 regions: Northeast, West, Southeast.</a:t>
            </a:r>
          </a:p>
          <a:p>
            <a:r>
              <a:t>Opportunity: Expand in Midwest and South Central regions.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Men's Street Footwear leads across KPIs.</a:t>
            </a:r>
          </a:p>
          <a:p>
            <a:r>
              <a:t>Strong correlation between category performance and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Analysis by Retailer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 retailers: West Gear (25.79%), Amazon (24.3%), Sports Direct (22.43%).</a:t>
            </a:r>
          </a:p>
          <a:p>
            <a:r>
              <a:t>Strengthen partnerships with high-performing retailers.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Invest in top-selling categories and cities.</a:t>
            </a:r>
          </a:p>
          <a:p>
            <a:r>
              <a:t>Enhance e-commerce strategy.</a:t>
            </a:r>
          </a:p>
          <a:p>
            <a:r>
              <a:t>Improve engagement in women's product categories.</a:t>
            </a:r>
          </a:p>
          <a:p>
            <a:r>
              <a:t>Target low-performing months with special promotions.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237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Adidas Case Study – Executive Summary</vt:lpstr>
      <vt:lpstr>Product Category Sales Distribution</vt:lpstr>
      <vt:lpstr>Sales Trend Over Time</vt:lpstr>
      <vt:lpstr>Top Performing Cities</vt:lpstr>
      <vt:lpstr>Effective Sales Methods Comparison</vt:lpstr>
      <vt:lpstr>Units Sold by Gender &amp; Product</vt:lpstr>
      <vt:lpstr>Regional Sales Analysis</vt:lpstr>
      <vt:lpstr>Overall Performance Metrics</vt:lpstr>
      <vt:lpstr>Profit Analysis by Retailer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 Prasanna Merudondi</cp:lastModifiedBy>
  <cp:revision>2</cp:revision>
  <dcterms:created xsi:type="dcterms:W3CDTF">2013-01-27T09:14:16Z</dcterms:created>
  <dcterms:modified xsi:type="dcterms:W3CDTF">2025-05-02T15:46:04Z</dcterms:modified>
  <cp:category/>
</cp:coreProperties>
</file>